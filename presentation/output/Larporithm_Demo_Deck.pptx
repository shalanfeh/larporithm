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we built Larporithm.,Instead of being the person watching videos, you play as the recommendation algorithm.,Your goal is to infer hidden likes and dislikes from the viewer's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systems do not know you at first.,They learn from feedback: clicks, watch time, skips, and other signals.,Our game makes that hidden loop visible and playable.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viewer secretly likes some categories and dislikes others.,The player only sees the reaction: mood, timer, and analytics movement.,That is how the algorithm learns.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live demo, I will start with broad titles.,When the viewer reacts well, I will double down.,When mood drops, I will treat that as evidence of a dislike.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fixed the demo path so the game does not freeze if the API fails.,The mood label makes the feedback readable to judges watching from a distance.,The end screen reveals the hidden truth and the algorithm's best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 is simple.,Recommendation systems learn from reactions, then steer future recommendations.,Larporithm turns that invisible process into a quick, understandable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8833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4448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6672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6672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6672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2784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2784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68896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8896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8896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68896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65008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5008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5723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723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5723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5723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5723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5334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5334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5334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5334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334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5334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5334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5334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5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4945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64945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64945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64945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64945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4945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1">
              <a:alpha val="82000"/>
            </a:srgbClr>
          </a:solidFill>
          <a:ln w="12700">
            <a:solidFill>
              <a:srgbClr val="111611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3232" y="5029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75FF3D"/>
          </a:solidFill>
          <a:ln w="12700">
            <a:solidFill>
              <a:srgbClr val="75FF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232" y="576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demo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713232" y="12344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0" b="1" dirty="0">
                <a:solidFill>
                  <a:srgbClr val="75F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Larporithm</a:t>
            </a:r>
            <a:endParaRPr lang="en-US" sz="7000" dirty="0"/>
          </a:p>
        </p:txBody>
      </p:sp>
      <p:sp>
        <p:nvSpPr>
          <p:cNvPr id="118" name="Text 116"/>
          <p:cNvSpPr/>
          <p:nvPr/>
        </p:nvSpPr>
        <p:spPr>
          <a:xfrm>
            <a:off x="749808" y="23957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the recommendation algorithm.</a:t>
            </a:r>
            <a:endParaRPr lang="en-US" sz="2500" dirty="0"/>
          </a:p>
        </p:txBody>
      </p:sp>
      <p:sp>
        <p:nvSpPr>
          <p:cNvPr id="119" name="Text 117"/>
          <p:cNvSpPr/>
          <p:nvPr/>
        </p:nvSpPr>
        <p:spPr>
          <a:xfrm>
            <a:off x="749808" y="3090672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a viewer's hidden likes and dislikes from mood, time, and analytics.</a:t>
            </a:r>
            <a:endParaRPr lang="en-US" sz="2200" dirty="0"/>
          </a:p>
        </p:txBody>
      </p:sp>
      <p:pic>
        <p:nvPicPr>
          <p:cNvPr id="120" name="Image 0" descr="C:\Users\manra\Larporithm\assets\VeryHappyR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321040" y="1005840"/>
            <a:ext cx="2423160" cy="242316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749808" y="5998464"/>
            <a:ext cx="10515600" cy="0"/>
          </a:xfrm>
          <a:prstGeom prst="line">
            <a:avLst/>
          </a:prstGeom>
          <a:noFill/>
          <a:ln w="25400">
            <a:solidFill>
              <a:srgbClr val="75FF3D">
                <a:alpha val="65000"/>
              </a:srgbClr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49808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CC"/>
                </a:solidFill>
              </a:rPr>
              <a:t>Larporithm demo pitch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8833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4448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6672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6672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6672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2784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2784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68896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8896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8896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68896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65008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5008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5723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723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5723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5723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5723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5334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5334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5334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5334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334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5334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5334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5334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5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4945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64945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64945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64945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64945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4945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1">
              <a:alpha val="82000"/>
            </a:srgbClr>
          </a:solidFill>
          <a:ln w="12700">
            <a:solidFill>
              <a:srgbClr val="111611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3232" y="5029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75FF3D"/>
          </a:solidFill>
          <a:ln w="12700">
            <a:solidFill>
              <a:srgbClr val="75FF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232" y="576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Guess -&gt; React -&gt; Learn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713232" y="9601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118" name="Text 116"/>
          <p:cNvSpPr/>
          <p:nvPr/>
        </p:nvSpPr>
        <p:spPr>
          <a:xfrm>
            <a:off x="74980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start by guessing.</a:t>
            </a:r>
            <a:endParaRPr lang="en-US" sz="2400" dirty="0"/>
          </a:p>
        </p:txBody>
      </p:sp>
      <p:sp>
        <p:nvSpPr>
          <p:cNvPr id="119" name="Text 117"/>
          <p:cNvSpPr/>
          <p:nvPr/>
        </p:nvSpPr>
        <p:spPr>
          <a:xfrm>
            <a:off x="749808" y="251460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Recommend. Watch the reaction. Update the guess. Repeat. That feedback loop is powerful, but it can also narrow what people see.</a:t>
            </a:r>
            <a:endParaRPr lang="en-US" sz="2200" dirty="0"/>
          </a:p>
        </p:txBody>
      </p:sp>
      <p:pic>
        <p:nvPicPr>
          <p:cNvPr id="120" name="Image 0" descr="C:\Users\manra\Larporithm\assets\NeutralR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321040" y="1005840"/>
            <a:ext cx="2423160" cy="242316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749808" y="5998464"/>
            <a:ext cx="10515600" cy="0"/>
          </a:xfrm>
          <a:prstGeom prst="line">
            <a:avLst/>
          </a:prstGeom>
          <a:noFill/>
          <a:ln w="25400">
            <a:solidFill>
              <a:srgbClr val="75FF3D">
                <a:alpha val="65000"/>
              </a:srgbClr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49808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CC"/>
                </a:solidFill>
              </a:rPr>
              <a:t>Larporithm demo pitch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8833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4448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6672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6672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6672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2784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2784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68896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8896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8896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68896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65008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5008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5723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723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5723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5723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5723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5334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5334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5334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5334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334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5334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5334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5334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5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4945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64945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64945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64945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64945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4945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1">
              <a:alpha val="82000"/>
            </a:srgbClr>
          </a:solidFill>
          <a:ln w="12700">
            <a:solidFill>
              <a:srgbClr val="111611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3232" y="5029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75FF3D"/>
          </a:solidFill>
          <a:ln w="12700">
            <a:solidFill>
              <a:srgbClr val="75FF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232" y="576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likes + hidden dislikes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713232" y="9601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game loop</a:t>
            </a:r>
            <a:endParaRPr lang="en-US" sz="4800" dirty="0"/>
          </a:p>
        </p:txBody>
      </p:sp>
      <p:sp>
        <p:nvSpPr>
          <p:cNvPr id="118" name="Text 116"/>
          <p:cNvSpPr/>
          <p:nvPr/>
        </p:nvSpPr>
        <p:spPr>
          <a:xfrm>
            <a:off x="74980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viewer has hidden tastes.</a:t>
            </a:r>
            <a:endParaRPr lang="en-US" sz="2400" dirty="0"/>
          </a:p>
        </p:txBody>
      </p:sp>
      <p:sp>
        <p:nvSpPr>
          <p:cNvPr id="119" name="Text 117"/>
          <p:cNvSpPr/>
          <p:nvPr/>
        </p:nvSpPr>
        <p:spPr>
          <a:xfrm>
            <a:off x="749808" y="251460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player enters a video title. AI scores its categories. Likes lift mood and time. Dislikes drop mood and time. Analytics becomes the algorithm's learned guess.</a:t>
            </a:r>
            <a:endParaRPr lang="en-US" sz="2200" dirty="0"/>
          </a:p>
        </p:txBody>
      </p:sp>
      <p:pic>
        <p:nvPicPr>
          <p:cNvPr id="120" name="Image 0" descr="C:\Users\manra\Larporithm\assets\NeutralR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321040" y="1005840"/>
            <a:ext cx="2423160" cy="242316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749808" y="5998464"/>
            <a:ext cx="10515600" cy="0"/>
          </a:xfrm>
          <a:prstGeom prst="line">
            <a:avLst/>
          </a:prstGeom>
          <a:noFill/>
          <a:ln w="25400">
            <a:solidFill>
              <a:srgbClr val="75FF3D">
                <a:alpha val="65000"/>
              </a:srgbClr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49808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CC"/>
                </a:solidFill>
              </a:rPr>
              <a:t>Larporithm demo pitch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8833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4448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6672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6672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6672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2784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2784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68896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8896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8896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68896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65008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5008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5723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723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5723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5723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5723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5334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5334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5334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5334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334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5334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5334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5334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5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4945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64945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64945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64945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64945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4945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1">
              <a:alpha val="82000"/>
            </a:srgbClr>
          </a:solidFill>
          <a:ln w="12700">
            <a:solidFill>
              <a:srgbClr val="111611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3232" y="5029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75FF3D"/>
          </a:solidFill>
          <a:ln w="12700">
            <a:solidFill>
              <a:srgbClr val="75FF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232" y="576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Infer, don't memorize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713232" y="9601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win the demo</a:t>
            </a:r>
            <a:endParaRPr lang="en-US" sz="4800" dirty="0"/>
          </a:p>
        </p:txBody>
      </p:sp>
      <p:sp>
        <p:nvSpPr>
          <p:cNvPr id="118" name="Text 116"/>
          <p:cNvSpPr/>
          <p:nvPr/>
        </p:nvSpPr>
        <p:spPr>
          <a:xfrm>
            <a:off x="74980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every reaction like evidence.</a:t>
            </a:r>
            <a:endParaRPr lang="en-US" sz="2400" dirty="0"/>
          </a:p>
        </p:txBody>
      </p:sp>
      <p:sp>
        <p:nvSpPr>
          <p:cNvPr id="119" name="Text 117"/>
          <p:cNvSpPr/>
          <p:nvPr/>
        </p:nvSpPr>
        <p:spPr>
          <a:xfrm>
            <a:off x="749808" y="251460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broad. If mood improves, test nearby categories. If mood drops, avoid that signal and try a different direction. The goal is to make analytics match the viewer's hidden tastes.</a:t>
            </a:r>
            <a:endParaRPr lang="en-US" sz="2200" dirty="0"/>
          </a:p>
        </p:txBody>
      </p:sp>
      <p:pic>
        <p:nvPicPr>
          <p:cNvPr id="120" name="Image 0" descr="C:\Users\manra\Larporithm\assets\NeutralR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321040" y="1005840"/>
            <a:ext cx="2423160" cy="242316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749808" y="5998464"/>
            <a:ext cx="10515600" cy="0"/>
          </a:xfrm>
          <a:prstGeom prst="line">
            <a:avLst/>
          </a:prstGeom>
          <a:noFill/>
          <a:ln w="25400">
            <a:solidFill>
              <a:srgbClr val="75FF3D">
                <a:alpha val="65000"/>
              </a:srgbClr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49808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CC"/>
                </a:solidFill>
              </a:rPr>
              <a:t>Larporithm demo pitch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8833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4448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6672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6672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6672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2784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2784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68896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8896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8896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68896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65008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5008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5723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723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5723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5723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5723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5334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5334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5334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5334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334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5334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5334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5334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5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4945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64945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64945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64945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64945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4945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1">
              <a:alpha val="82000"/>
            </a:srgbClr>
          </a:solidFill>
          <a:ln w="12700">
            <a:solidFill>
              <a:srgbClr val="111611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3232" y="5029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CC67"/>
          </a:solidFill>
          <a:ln w="12700">
            <a:solidFill>
              <a:srgbClr val="FFCC6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232" y="576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the stage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713232" y="9601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demo-ready</a:t>
            </a:r>
            <a:endParaRPr lang="en-US" sz="4800" dirty="0"/>
          </a:p>
        </p:txBody>
      </p:sp>
      <p:sp>
        <p:nvSpPr>
          <p:cNvPr id="118" name="Text 116"/>
          <p:cNvSpPr/>
          <p:nvPr/>
        </p:nvSpPr>
        <p:spPr>
          <a:xfrm>
            <a:off x="74980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survives real presentation conditions.</a:t>
            </a:r>
            <a:endParaRPr lang="en-US" sz="2400" dirty="0"/>
          </a:p>
        </p:txBody>
      </p:sp>
      <p:sp>
        <p:nvSpPr>
          <p:cNvPr id="119" name="Text 117"/>
          <p:cNvSpPr/>
          <p:nvPr/>
        </p:nvSpPr>
        <p:spPr>
          <a:xfrm>
            <a:off x="749808" y="251460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button and Enter both work. The face is centered. Mood labels explain feedback. Offline fallback scoring keeps the game moving if the API fails.</a:t>
            </a:r>
            <a:endParaRPr lang="en-US" sz="2200" dirty="0"/>
          </a:p>
        </p:txBody>
      </p:sp>
      <p:pic>
        <p:nvPicPr>
          <p:cNvPr id="120" name="Image 0" descr="C:\Users\manra\Larporithm\assets\NeutralR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321040" y="1005840"/>
            <a:ext cx="2423160" cy="242316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749808" y="5998464"/>
            <a:ext cx="10515600" cy="0"/>
          </a:xfrm>
          <a:prstGeom prst="line">
            <a:avLst/>
          </a:prstGeom>
          <a:noFill/>
          <a:ln w="25400">
            <a:solidFill>
              <a:srgbClr val="75FF3D">
                <a:alpha val="65000"/>
              </a:srgbClr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49808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CC"/>
                </a:solidFill>
              </a:rPr>
              <a:t>Larporithm demo pitch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222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9222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8833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4448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6672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6672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6672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76672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2784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2784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68896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8896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8896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68896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68896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68896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65008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5008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0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1120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57232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7232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57232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857232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57232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53344" y="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53344" y="87782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53344" y="175564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53344" y="2633472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3344" y="3511296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53344" y="438912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53344" y="526694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53344" y="614476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56" y="0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649456" y="877824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649456" y="1755648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649456" y="2633472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3511296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649456" y="4389120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649456" y="5266944"/>
            <a:ext cx="859536" cy="841248"/>
          </a:xfrm>
          <a:prstGeom prst="rect">
            <a:avLst/>
          </a:prstGeom>
          <a:solidFill>
            <a:srgbClr val="202720"/>
          </a:solidFill>
          <a:ln w="12700">
            <a:solidFill>
              <a:srgbClr val="20272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49456" y="6144768"/>
            <a:ext cx="859536" cy="841248"/>
          </a:xfrm>
          <a:prstGeom prst="rect">
            <a:avLst/>
          </a:prstGeom>
          <a:solidFill>
            <a:srgbClr val="171D18"/>
          </a:solidFill>
          <a:ln w="12700">
            <a:solidFill>
              <a:srgbClr val="171D1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1">
              <a:alpha val="82000"/>
            </a:srgbClr>
          </a:solidFill>
          <a:ln w="12700">
            <a:solidFill>
              <a:srgbClr val="111611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3232" y="5029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75FF3D"/>
          </a:solidFill>
          <a:ln w="12700">
            <a:solidFill>
              <a:srgbClr val="75FF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232" y="576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Playable explanation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713232" y="9601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F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takeaway</a:t>
            </a:r>
            <a:endParaRPr lang="en-US" sz="4800" dirty="0"/>
          </a:p>
        </p:txBody>
      </p:sp>
      <p:sp>
        <p:nvSpPr>
          <p:cNvPr id="118" name="Text 116"/>
          <p:cNvSpPr/>
          <p:nvPr/>
        </p:nvSpPr>
        <p:spPr>
          <a:xfrm>
            <a:off x="749808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systems are not neutral lists.</a:t>
            </a:r>
            <a:endParaRPr lang="en-US" sz="2400" dirty="0"/>
          </a:p>
        </p:txBody>
      </p:sp>
      <p:sp>
        <p:nvSpPr>
          <p:cNvPr id="119" name="Text 117"/>
          <p:cNvSpPr/>
          <p:nvPr/>
        </p:nvSpPr>
        <p:spPr>
          <a:xfrm>
            <a:off x="749808" y="251460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learn from behavior, optimize toward feedback, and shape the experience. Larporithm lets players feel that pressure in under five minutes.</a:t>
            </a:r>
            <a:endParaRPr lang="en-US" sz="2200" dirty="0"/>
          </a:p>
        </p:txBody>
      </p:sp>
      <p:pic>
        <p:nvPicPr>
          <p:cNvPr id="120" name="Image 0" descr="C:\Users\manra\Larporithm\assets\HappyR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321040" y="1005840"/>
            <a:ext cx="2423160" cy="242316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749808" y="5998464"/>
            <a:ext cx="10515600" cy="0"/>
          </a:xfrm>
          <a:prstGeom prst="line">
            <a:avLst/>
          </a:prstGeom>
          <a:noFill/>
          <a:ln w="25400">
            <a:solidFill>
              <a:srgbClr val="75FF3D">
                <a:alpha val="65000"/>
              </a:srgbClr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49808" y="6144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CC"/>
                </a:solidFill>
              </a:rPr>
              <a:t>Larporithm demo pitch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Larporithm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Larporithm Demo</dc:title>
  <dc:subject>Hackathon demo pitch</dc:subject>
  <dc:creator>Larporithm Team</dc:creator>
  <cp:lastModifiedBy>Larporithm Team</cp:lastModifiedBy>
  <cp:revision>1</cp:revision>
  <dcterms:created xsi:type="dcterms:W3CDTF">2026-04-26T14:34:11Z</dcterms:created>
  <dcterms:modified xsi:type="dcterms:W3CDTF">2026-04-26T14:34:11Z</dcterms:modified>
</cp:coreProperties>
</file>